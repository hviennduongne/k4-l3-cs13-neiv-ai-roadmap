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20cc871baeaa4717" /><Relationship Type="http://schemas.openxmlformats.org/officeDocument/2006/relationships/extended-properties" Target="/docProps/app.xml" Id="R6ae26c9a00c640e9" /><Relationship Type="http://schemas.openxmlformats.org/officeDocument/2006/relationships/officeDocument" Target="/ppt/presentation.xml" Id="R8c941af96c8f4aea" /></Relationships>
</file>

<file path=ppt/presentation.xml><?xml version="1.0" encoding="utf-8"?>
<p:presentation xmlns:p="http://schemas.openxmlformats.org/presentationml/2006/main">
  <p:sldMasterIdLst>
    <p:sldMasterId xmlns:r="http://schemas.openxmlformats.org/officeDocument/2006/relationships" id="2147483648" r:id="R9c8a4b0e3c4a4d29"/>
  </p:sldMasterIdLst>
  <p:notesMasterIdLst>
    <p:notesMasterId xmlns:r="http://schemas.openxmlformats.org/officeDocument/2006/relationships" r:id="R6f9767d6d4774954"/>
  </p:notesMasterIdLst>
  <p:sldIdLst>
    <p:sldId xmlns:r="http://schemas.openxmlformats.org/officeDocument/2006/relationships" id="256" r:id="R38fc14490a35444b"/>
  </p:sldIdLst>
  <p:sldSz cx="15240000" cy="85725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afbd1f66f034f99" /><Relationship Type="http://schemas.openxmlformats.org/officeDocument/2006/relationships/slideMaster" Target="/ppt/slideMasters/slideMaster1.xml" Id="R9c8a4b0e3c4a4d29" /><Relationship Type="http://schemas.openxmlformats.org/officeDocument/2006/relationships/notesMaster" Target="/ppt/notesMasters/notesMaster1.xml" Id="R6f9767d6d4774954" /><Relationship Type="http://schemas.openxmlformats.org/officeDocument/2006/relationships/presProps" Target="/ppt/presProps.xml" Id="Rbb28644cc7014479" /><Relationship Type="http://schemas.openxmlformats.org/officeDocument/2006/relationships/tableStyles" Target="/ppt/tableStyles.xml" Id="R2f06e582647c47af" /><Relationship Type="http://schemas.openxmlformats.org/officeDocument/2006/relationships/slide" Target="/ppt/slides/slide1.xml" Id="R38fc14490a35444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6a50c555c66147d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64f15400d214666" /><Relationship Type="http://schemas.openxmlformats.org/officeDocument/2006/relationships/notesMaster" Target="/ppt/notesMasters/notesMaster1.xml" Id="R3cd4ed7b87ed457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Nguồn: docs/CS13_HoSoTinhHuong.pdf, Đề 1, trang 2–3; docs/CS13_SlideLop_AIRoadmap.pdf, slide 74 và 81–85. Nội dung tương ứng chính xác 5_Slide lãnh đạo!B4:B8 trong Neiv_CS13.xlsx. Tất cả số liệu hồ sơ là tình huống giả định. Ngưỡng thử nghiệm bổ sung là đề xuất, chưa phải kết quả đo. Biên Mức 1=(3.970.000−1.760×704)/3.970.000=68,79%. Duyệt 20%×12.000×1,5/60=60 giờ/tháng, là nhân sự công ty, tách giờ chuyên gia. Giờ Tùng và phí tích hợp cần xác nhận. Không có cam kết tuyển đủ 10 văn phòng trong 90 ngày. Ngày 30/60/90 tính từ ngày bắt đầu triển khai được thống nhất, không phải ngày nộp lab.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469a434e3484002"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165e6cadfd934cad"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3950b6d3c7dc445d"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598c69be47004a91"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0d59c456f16543e8"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08d1bc4374a74fc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52004DA-0308-469B-B98A-9257EC60DB08}"/>
              </a:ext>
            </a:extLst>
          </p:cNvPr>
          <p:cNvSpPr>
            <a:spLocks xmlns:a="http://schemas.openxmlformats.org/drawingml/2006/main" noGrp="1"/>
          </p:cNvSpPr>
          <p:nvPr>
            <p:ph type="title" idx="0"/>
          </p:nvPr>
        </p:nvSpPr>
        <p:spPr>
          <a:xfrm xmlns:a="http://schemas.openxmlformats.org/drawingml/2006/main">
            <a:off x="1524000" y="3238500"/>
            <a:ext cx="12192000" cy="12382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60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ADC8571C-3501-44F6-B02F-9D91ECCC27AB}"/>
              </a:ext>
            </a:extLst>
          </p:cNvPr>
          <p:cNvSpPr>
            <a:spLocks xmlns:a="http://schemas.openxmlformats.org/drawingml/2006/main" noGrp="1"/>
          </p:cNvSpPr>
          <p:nvPr>
            <p:ph type="subTitle" idx="1"/>
          </p:nvPr>
        </p:nvSpPr>
        <p:spPr>
          <a:xfrm xmlns:a="http://schemas.openxmlformats.org/drawingml/2006/main">
            <a:off x="2286000" y="4714875"/>
            <a:ext cx="10668000" cy="9525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625"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1E882421-ADF3-42D3-987B-83D63BB953D6}"/>
              </a:ext>
            </a:extLst>
          </p:cNvPr>
          <p:cNvSpPr>
            <a:spLocks xmlns:a="http://schemas.openxmlformats.org/drawingml/2006/main" noGrp="1"/>
          </p:cNvSpPr>
          <p:nvPr>
            <p:ph type="title" idx="0"/>
          </p:nvPr>
        </p:nvSpPr>
        <p:spPr>
          <a:xfrm xmlns:a="http://schemas.openxmlformats.org/drawingml/2006/main">
            <a:off x="1524000" y="3571875"/>
            <a:ext cx="12192000" cy="1428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525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4994556-205F-47A3-B96F-4FB0AC9E9775}"/>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D5758727-6D3B-46E9-A7A5-BB9B6B02884F}"/>
              </a:ext>
            </a:extLst>
          </p:cNvPr>
          <p:cNvSpPr>
            <a:spLocks xmlns:a="http://schemas.openxmlformats.org/drawingml/2006/main" noGrp="1"/>
          </p:cNvSpPr>
          <p:nvPr>
            <p:ph type="body" idx="1"/>
          </p:nvPr>
        </p:nvSpPr>
        <p:spPr>
          <a:xfrm xmlns:a="http://schemas.openxmlformats.org/drawingml/2006/main">
            <a:off x="857250" y="2381250"/>
            <a:ext cx="13525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813" b="0">
                <a:solidFill>
                  <a:schemeClr val="tx1"/>
                </a:solidFill>
                <a:latin typeface="+mn-lt"/>
                <a:ea typeface="+mn-lt"/>
                <a:cs typeface="+mn-lt"/>
              </a:defRPr>
            </a:defPPr>
            <a:lvl1pPr marL="285750" indent="-285750">
              <a:lnSpc>
                <a:spcPct val="110000"/>
              </a:lnSpc>
              <a:spcBef>
                <a:spcPts val="0"/>
              </a:spcBef>
              <a:spcAft>
                <a:spcPts val="1500"/>
              </a:spcAft>
              <a:buChar char="•"/>
            </a:lvl1pPr>
            <a:lvl2pPr marL="666750" indent="-285750">
              <a:lnSpc>
                <a:spcPct val="110000"/>
              </a:lnSpc>
              <a:spcBef>
                <a:spcPts val="0"/>
              </a:spcBef>
              <a:spcAft>
                <a:spcPts val="1500"/>
              </a:spcAft>
              <a:buChar char="•"/>
            </a:lvl2pPr>
            <a:lvl3pPr marL="1047750" indent="-285750">
              <a:lnSpc>
                <a:spcPct val="110000"/>
              </a:lnSpc>
              <a:spcBef>
                <a:spcPts val="0"/>
              </a:spcBef>
              <a:spcAft>
                <a:spcPts val="1500"/>
              </a:spcAft>
              <a:buChar char="•"/>
            </a:lvl3pPr>
            <a:lvl4pPr marL="1428750" indent="-285750">
              <a:lnSpc>
                <a:spcPct val="110000"/>
              </a:lnSpc>
              <a:spcBef>
                <a:spcPts val="0"/>
              </a:spcBef>
              <a:spcAft>
                <a:spcPts val="1500"/>
              </a:spcAft>
              <a:buChar char="•"/>
            </a:lvl4pPr>
            <a:lvl5pPr marL="1809750" indent="-285750">
              <a:lnSpc>
                <a:spcPct val="110000"/>
              </a:lnSpc>
              <a:spcBef>
                <a:spcPts val="0"/>
              </a:spcBef>
              <a:spcAft>
                <a:spcPts val="1500"/>
              </a:spcAft>
              <a:buChar char="•"/>
            </a:lvl5pPr>
            <a:lvl6pPr marL="2190750" indent="-285750">
              <a:lnSpc>
                <a:spcPct val="110000"/>
              </a:lnSpc>
              <a:spcBef>
                <a:spcPts val="0"/>
              </a:spcBef>
              <a:spcAft>
                <a:spcPts val="1500"/>
              </a:spcAft>
              <a:buChar char="•"/>
            </a:lvl6pPr>
            <a:lvl7pPr marL="2571750" indent="-285750">
              <a:lnSpc>
                <a:spcPct val="110000"/>
              </a:lnSpc>
              <a:spcBef>
                <a:spcPts val="0"/>
              </a:spcBef>
              <a:spcAft>
                <a:spcPts val="1500"/>
              </a:spcAft>
              <a:buChar char="•"/>
            </a:lvl7pPr>
            <a:lvl8pPr marL="2952750" indent="-285750">
              <a:lnSpc>
                <a:spcPct val="110000"/>
              </a:lnSpc>
              <a:spcBef>
                <a:spcPts val="0"/>
              </a:spcBef>
              <a:spcAft>
                <a:spcPts val="1500"/>
              </a:spcAft>
              <a:buChar char="•"/>
            </a:lvl8pPr>
            <a:lvl9pPr marL="3333750" indent="-285750">
              <a:lnSpc>
                <a:spcPct val="110000"/>
              </a:lnSpc>
              <a:spcBef>
                <a:spcPts val="0"/>
              </a:spcBef>
              <a:spcAft>
                <a:spcPts val="15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D61CE894-6DE6-4F3C-8EB2-4E848E247F93}"/>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D7EDFC1D-5159-4A7B-A231-B22EB16596AD}"/>
              </a:ext>
            </a:extLst>
          </p:cNvPr>
          <p:cNvSpPr>
            <a:spLocks xmlns:a="http://schemas.openxmlformats.org/drawingml/2006/main" noGrp="1"/>
          </p:cNvSpPr>
          <p:nvPr>
            <p:ph type="body" idx="1"/>
          </p:nvPr>
        </p:nvSpPr>
        <p:spPr>
          <a:xfrm xmlns:a="http://schemas.openxmlformats.org/drawingml/2006/main">
            <a:off x="857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625" b="0">
                <a:solidFill>
                  <a:schemeClr val="tx1"/>
                </a:solidFill>
                <a:latin typeface="+mn-lt"/>
                <a:ea typeface="+mn-lt"/>
                <a:cs typeface="+mn-lt"/>
              </a:defRPr>
            </a:defPPr>
            <a:lvl1pPr marL="285750" indent="-285750">
              <a:lnSpc>
                <a:spcPct val="110000"/>
              </a:lnSpc>
              <a:spcBef>
                <a:spcPts val="0"/>
              </a:spcBef>
              <a:spcAft>
                <a:spcPts val="1500"/>
              </a:spcAft>
              <a:buChar char="•"/>
            </a:lvl1pPr>
            <a:lvl2pPr marL="666750" indent="-285750">
              <a:lnSpc>
                <a:spcPct val="110000"/>
              </a:lnSpc>
              <a:spcBef>
                <a:spcPts val="0"/>
              </a:spcBef>
              <a:spcAft>
                <a:spcPts val="1500"/>
              </a:spcAft>
              <a:buChar char="•"/>
            </a:lvl2pPr>
            <a:lvl3pPr marL="1047750" indent="-285750">
              <a:lnSpc>
                <a:spcPct val="110000"/>
              </a:lnSpc>
              <a:spcBef>
                <a:spcPts val="0"/>
              </a:spcBef>
              <a:spcAft>
                <a:spcPts val="1500"/>
              </a:spcAft>
              <a:buChar char="•"/>
            </a:lvl3pPr>
            <a:lvl4pPr marL="1428750" indent="-285750">
              <a:lnSpc>
                <a:spcPct val="110000"/>
              </a:lnSpc>
              <a:spcBef>
                <a:spcPts val="0"/>
              </a:spcBef>
              <a:spcAft>
                <a:spcPts val="1500"/>
              </a:spcAft>
              <a:buChar char="•"/>
            </a:lvl4pPr>
            <a:lvl5pPr marL="1809750" indent="-285750">
              <a:lnSpc>
                <a:spcPct val="110000"/>
              </a:lnSpc>
              <a:spcBef>
                <a:spcPts val="0"/>
              </a:spcBef>
              <a:spcAft>
                <a:spcPts val="1500"/>
              </a:spcAft>
              <a:buChar char="•"/>
            </a:lvl5pPr>
            <a:lvl6pPr marL="2190750" indent="-285750">
              <a:lnSpc>
                <a:spcPct val="110000"/>
              </a:lnSpc>
              <a:spcBef>
                <a:spcPts val="0"/>
              </a:spcBef>
              <a:spcAft>
                <a:spcPts val="1500"/>
              </a:spcAft>
              <a:buChar char="•"/>
            </a:lvl6pPr>
            <a:lvl7pPr marL="2571750" indent="-285750">
              <a:lnSpc>
                <a:spcPct val="110000"/>
              </a:lnSpc>
              <a:spcBef>
                <a:spcPts val="0"/>
              </a:spcBef>
              <a:spcAft>
                <a:spcPts val="1500"/>
              </a:spcAft>
              <a:buChar char="•"/>
            </a:lvl7pPr>
            <a:lvl8pPr marL="2952750" indent="-285750">
              <a:lnSpc>
                <a:spcPct val="110000"/>
              </a:lnSpc>
              <a:spcBef>
                <a:spcPts val="0"/>
              </a:spcBef>
              <a:spcAft>
                <a:spcPts val="1500"/>
              </a:spcAft>
              <a:buChar char="•"/>
            </a:lvl8pPr>
            <a:lvl9pPr marL="3333750" indent="-285750">
              <a:lnSpc>
                <a:spcPct val="110000"/>
              </a:lnSpc>
              <a:spcBef>
                <a:spcPts val="0"/>
              </a:spcBef>
              <a:spcAft>
                <a:spcPts val="15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D8ED2E52-3510-4B3F-9989-981F03DB92FC}"/>
              </a:ext>
            </a:extLst>
          </p:cNvPr>
          <p:cNvSpPr>
            <a:spLocks xmlns:a="http://schemas.openxmlformats.org/drawingml/2006/main" noGrp="1"/>
          </p:cNvSpPr>
          <p:nvPr>
            <p:ph type="body" idx="2"/>
          </p:nvPr>
        </p:nvSpPr>
        <p:spPr>
          <a:xfrm xmlns:a="http://schemas.openxmlformats.org/drawingml/2006/main">
            <a:off x="8096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625" b="0">
                <a:solidFill>
                  <a:schemeClr val="tx1"/>
                </a:solidFill>
                <a:latin typeface="+mn-lt"/>
                <a:ea typeface="+mn-lt"/>
                <a:cs typeface="+mn-lt"/>
              </a:defRPr>
            </a:defPPr>
            <a:lvl1pPr marL="285750" indent="-285750">
              <a:lnSpc>
                <a:spcPct val="110000"/>
              </a:lnSpc>
              <a:spcBef>
                <a:spcPts val="0"/>
              </a:spcBef>
              <a:spcAft>
                <a:spcPts val="1500"/>
              </a:spcAft>
              <a:buChar char="•"/>
            </a:lvl1pPr>
            <a:lvl2pPr marL="666750" indent="-285750">
              <a:lnSpc>
                <a:spcPct val="110000"/>
              </a:lnSpc>
              <a:spcBef>
                <a:spcPts val="0"/>
              </a:spcBef>
              <a:spcAft>
                <a:spcPts val="1500"/>
              </a:spcAft>
              <a:buChar char="•"/>
            </a:lvl2pPr>
            <a:lvl3pPr marL="1047750" indent="-285750">
              <a:lnSpc>
                <a:spcPct val="110000"/>
              </a:lnSpc>
              <a:spcBef>
                <a:spcPts val="0"/>
              </a:spcBef>
              <a:spcAft>
                <a:spcPts val="1500"/>
              </a:spcAft>
              <a:buChar char="•"/>
            </a:lvl3pPr>
            <a:lvl4pPr marL="1428750" indent="-285750">
              <a:lnSpc>
                <a:spcPct val="110000"/>
              </a:lnSpc>
              <a:spcBef>
                <a:spcPts val="0"/>
              </a:spcBef>
              <a:spcAft>
                <a:spcPts val="1500"/>
              </a:spcAft>
              <a:buChar char="•"/>
            </a:lvl4pPr>
            <a:lvl5pPr marL="1809750" indent="-285750">
              <a:lnSpc>
                <a:spcPct val="110000"/>
              </a:lnSpc>
              <a:spcBef>
                <a:spcPts val="0"/>
              </a:spcBef>
              <a:spcAft>
                <a:spcPts val="1500"/>
              </a:spcAft>
              <a:buChar char="•"/>
            </a:lvl5pPr>
            <a:lvl6pPr marL="2190750" indent="-285750">
              <a:lnSpc>
                <a:spcPct val="110000"/>
              </a:lnSpc>
              <a:spcBef>
                <a:spcPts val="0"/>
              </a:spcBef>
              <a:spcAft>
                <a:spcPts val="1500"/>
              </a:spcAft>
              <a:buChar char="•"/>
            </a:lvl6pPr>
            <a:lvl7pPr marL="2571750" indent="-285750">
              <a:lnSpc>
                <a:spcPct val="110000"/>
              </a:lnSpc>
              <a:spcBef>
                <a:spcPts val="0"/>
              </a:spcBef>
              <a:spcAft>
                <a:spcPts val="1500"/>
              </a:spcAft>
              <a:buChar char="•"/>
            </a:lvl7pPr>
            <a:lvl8pPr marL="2952750" indent="-285750">
              <a:lnSpc>
                <a:spcPct val="110000"/>
              </a:lnSpc>
              <a:spcBef>
                <a:spcPts val="0"/>
              </a:spcBef>
              <a:spcAft>
                <a:spcPts val="1500"/>
              </a:spcAft>
              <a:buChar char="•"/>
            </a:lvl8pPr>
            <a:lvl9pPr marL="3333750" indent="-285750">
              <a:lnSpc>
                <a:spcPct val="110000"/>
              </a:lnSpc>
              <a:spcBef>
                <a:spcPts val="0"/>
              </a:spcBef>
              <a:spcAft>
                <a:spcPts val="15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69413B9-D01E-4049-8563-F1D10BD3479E}"/>
              </a:ext>
            </a:extLst>
          </p:cNvPr>
          <p:cNvSpPr>
            <a:spLocks xmlns:a="http://schemas.openxmlformats.org/drawingml/2006/main" noGrp="1"/>
          </p:cNvSpPr>
          <p:nvPr>
            <p:ph type="title" idx="0"/>
          </p:nvPr>
        </p:nvSpPr>
        <p:spPr>
          <a:xfrm xmlns:a="http://schemas.openxmlformats.org/drawingml/2006/main">
            <a:off x="857250" y="666750"/>
            <a:ext cx="13525500" cy="104775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4125"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0031464-693B-4820-BDB0-6FF47E4FDDA3}"/>
              </a:ext>
            </a:extLst>
          </p:cNvPr>
          <p:cNvSpPr>
            <a:spLocks xmlns:a="http://schemas.openxmlformats.org/drawingml/2006/main" noGrp="1"/>
          </p:cNvSpPr>
          <p:nvPr>
            <p:ph type="body" idx="1"/>
          </p:nvPr>
        </p:nvSpPr>
        <p:spPr>
          <a:xfrm xmlns:a="http://schemas.openxmlformats.org/drawingml/2006/main">
            <a:off x="857250" y="2381250"/>
            <a:ext cx="6286500" cy="5334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813" b="0">
                <a:solidFill>
                  <a:schemeClr val="tx1"/>
                </a:solidFill>
                <a:latin typeface="+mn-lt"/>
                <a:ea typeface="+mn-lt"/>
                <a:cs typeface="+mn-lt"/>
              </a:defRPr>
            </a:defPPr>
            <a:lvl1pPr marL="285750" indent="-285750">
              <a:lnSpc>
                <a:spcPct val="110000"/>
              </a:lnSpc>
              <a:spcBef>
                <a:spcPts val="0"/>
              </a:spcBef>
              <a:spcAft>
                <a:spcPts val="1500"/>
              </a:spcAft>
              <a:buChar char="•"/>
            </a:lvl1pPr>
            <a:lvl2pPr marL="666750" indent="-285750">
              <a:lnSpc>
                <a:spcPct val="110000"/>
              </a:lnSpc>
              <a:spcBef>
                <a:spcPts val="0"/>
              </a:spcBef>
              <a:spcAft>
                <a:spcPts val="1500"/>
              </a:spcAft>
              <a:buChar char="•"/>
            </a:lvl2pPr>
            <a:lvl3pPr marL="1047750" indent="-285750">
              <a:lnSpc>
                <a:spcPct val="110000"/>
              </a:lnSpc>
              <a:spcBef>
                <a:spcPts val="0"/>
              </a:spcBef>
              <a:spcAft>
                <a:spcPts val="1500"/>
              </a:spcAft>
              <a:buChar char="•"/>
            </a:lvl3pPr>
            <a:lvl4pPr marL="1428750" indent="-285750">
              <a:lnSpc>
                <a:spcPct val="110000"/>
              </a:lnSpc>
              <a:spcBef>
                <a:spcPts val="0"/>
              </a:spcBef>
              <a:spcAft>
                <a:spcPts val="1500"/>
              </a:spcAft>
              <a:buChar char="•"/>
            </a:lvl4pPr>
            <a:lvl5pPr marL="1809750" indent="-285750">
              <a:lnSpc>
                <a:spcPct val="110000"/>
              </a:lnSpc>
              <a:spcBef>
                <a:spcPts val="0"/>
              </a:spcBef>
              <a:spcAft>
                <a:spcPts val="1500"/>
              </a:spcAft>
              <a:buChar char="•"/>
            </a:lvl5pPr>
            <a:lvl6pPr marL="2190750" indent="-285750">
              <a:lnSpc>
                <a:spcPct val="110000"/>
              </a:lnSpc>
              <a:spcBef>
                <a:spcPts val="0"/>
              </a:spcBef>
              <a:spcAft>
                <a:spcPts val="1500"/>
              </a:spcAft>
              <a:buChar char="•"/>
            </a:lvl6pPr>
            <a:lvl7pPr marL="2571750" indent="-285750">
              <a:lnSpc>
                <a:spcPct val="110000"/>
              </a:lnSpc>
              <a:spcBef>
                <a:spcPts val="0"/>
              </a:spcBef>
              <a:spcAft>
                <a:spcPts val="1500"/>
              </a:spcAft>
              <a:buChar char="•"/>
            </a:lvl7pPr>
            <a:lvl8pPr marL="2952750" indent="-285750">
              <a:lnSpc>
                <a:spcPct val="110000"/>
              </a:lnSpc>
              <a:spcBef>
                <a:spcPts val="0"/>
              </a:spcBef>
              <a:spcAft>
                <a:spcPts val="1500"/>
              </a:spcAft>
              <a:buChar char="•"/>
            </a:lvl8pPr>
            <a:lvl9pPr marL="3333750" indent="-285750">
              <a:lnSpc>
                <a:spcPct val="110000"/>
              </a:lnSpc>
              <a:spcBef>
                <a:spcPts val="0"/>
              </a:spcBef>
              <a:spcAft>
                <a:spcPts val="15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3a277b380f64297" /><Relationship Type="http://schemas.openxmlformats.org/officeDocument/2006/relationships/slideLayout" Target="/ppt/slideLayouts/slideLayout1.xml" Id="R608474ac12f94498" /><Relationship Type="http://schemas.openxmlformats.org/officeDocument/2006/relationships/slideLayout" Target="/ppt/slideLayouts/slideLayout2.xml" Id="Rf3c4aaa5666549a7" /><Relationship Type="http://schemas.openxmlformats.org/officeDocument/2006/relationships/slideLayout" Target="/ppt/slideLayouts/slideLayout3.xml" Id="R2aa1801d3f834eeb" /><Relationship Type="http://schemas.openxmlformats.org/officeDocument/2006/relationships/slideLayout" Target="/ppt/slideLayouts/slideLayout4.xml" Id="Rf46f1e81c4a4435e" /><Relationship Type="http://schemas.openxmlformats.org/officeDocument/2006/relationships/slideLayout" Target="/ppt/slideLayouts/slideLayout5.xml" Id="Rc8db63c00ee5402b" /><Relationship Type="http://schemas.openxmlformats.org/officeDocument/2006/relationships/slideLayout" Target="/ppt/slideLayouts/slideLayout6.xml" Id="R7d5358c5d96c4ec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08474ac12f94498"/>
    <p:sldLayoutId xmlns:r="http://schemas.openxmlformats.org/officeDocument/2006/relationships" id="2147483650" r:id="Rf3c4aaa5666549a7"/>
    <p:sldLayoutId xmlns:r="http://schemas.openxmlformats.org/officeDocument/2006/relationships" id="2147483651" r:id="R2aa1801d3f834eeb"/>
    <p:sldLayoutId xmlns:r="http://schemas.openxmlformats.org/officeDocument/2006/relationships" id="2147483652" r:id="Rf46f1e81c4a4435e"/>
    <p:sldLayoutId xmlns:r="http://schemas.openxmlformats.org/officeDocument/2006/relationships" id="2147483653" r:id="Rc8db63c00ee5402b"/>
    <p:sldLayoutId xmlns:r="http://schemas.openxmlformats.org/officeDocument/2006/relationships" id="2147483654" r:id="R7d5358c5d96c4ec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22d9da4d89e7450c" /><Relationship Type="http://schemas.openxmlformats.org/officeDocument/2006/relationships/notesSlide" Target="/ppt/notesSlides/notesSlide1.xml" Id="R88d294ef1d394473" /></Relationships>
</file>

<file path=ppt/slides/slide1.xml><?xml version="1.0" encoding="utf-8"?>
<p:sld xmlns:p="http://schemas.openxmlformats.org/presentationml/2006/main">
  <p:cSld>
    <p:bg>
      <p:bgPr>
        <a:solidFill xmlns:a="http://schemas.openxmlformats.org/drawingml/2006/main">
          <a:srgbClr val="F8F7F3"/>
        </a:solidFill>
      </p:bgPr>
    </p:bg>
    <p:spTree>
      <p:nvGrpSpPr>
        <p:cNvPr id="1" name=""/>
        <p:cNvGrpSpPr/>
        <p:nvPr/>
      </p:nvGrpSpPr>
      <p:grpSpPr>
        <a:xfrm xmlns:a="http://schemas.openxmlformats.org/drawingml/2006/main"/>
      </p:grpSpPr>
      <p:sp>
        <p:nvSpPr>
          <p:cNvPr id="12" name="title">
            <a:extLst xmlns:a="http://schemas.openxmlformats.org/drawingml/2006/main">
              <a:ext uri="{FF2B5EF4-FFF2-40B4-BE49-F238E27FC236}">
                <a16:creationId xmlns:a16="http://schemas.microsoft.com/office/drawing/2014/main" id="{6E673DB6-F530-485D-9014-6A4F4C6E59BC}"/>
              </a:ext>
            </a:extLst>
          </p:cNvPr>
          <p:cNvSpPr>
            <a:spLocks xmlns:a="http://schemas.openxmlformats.org/drawingml/2006/main" noGrp="1"/>
          </p:cNvSpPr>
          <p:nvPr/>
        </p:nvSpPr>
        <p:spPr>
          <a:xfrm xmlns:a="http://schemas.openxmlformats.org/drawingml/2006/main">
            <a:off x="619125" y="361950"/>
            <a:ext cx="14001750" cy="685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600" b="1">
                <a:solidFill>
                  <a:srgbClr val="162E45"/>
                </a:solidFill>
                <a:latin typeface="Arial"/>
                <a:ea typeface="Arial"/>
                <a:cs typeface="Arial"/>
              </a:defRPr>
            </a:defPPr>
          </a:lstStyle>
          <a:p xmlns:a="http://schemas.openxmlformats.org/drawingml/2006/main">
            <a:pPr>
              <a:defRPr sz="3600" b="1">
                <a:solidFill>
                  <a:srgbClr val="162E45"/>
                </a:solidFill>
                <a:latin typeface="Arial"/>
                <a:ea typeface="Arial"/>
                <a:cs typeface="Arial"/>
              </a:defRPr>
            </a:pPr>
            <a:r>
              <a:rPr sz="3600" b="1">
                <a:solidFill>
                  <a:srgbClr val="162E45"/>
                </a:solidFill>
                <a:latin typeface="Arial"/>
                <a:ea typeface="Arial"/>
                <a:cs typeface="Arial"/>
              </a:rPr>
              <a:t>SổSạch: triển khai Mức 1 có kiểm soát</a:t>
            </a:r>
          </a:p>
        </p:txBody>
      </p:sp>
      <p:sp>
        <p:nvSpPr>
          <p:cNvPr id="2" name="conclusion">
            <a:extLst xmlns:a="http://schemas.openxmlformats.org/drawingml/2006/main">
              <a:ext uri="{FF2B5EF4-FFF2-40B4-BE49-F238E27FC236}">
                <a16:creationId xmlns:a16="http://schemas.microsoft.com/office/drawing/2014/main" id="{42FD9A92-B5A7-486D-8192-1B6C69C56275}"/>
              </a:ext>
            </a:extLst>
          </p:cNvPr>
          <p:cNvSpPr>
            <a:spLocks xmlns:a="http://schemas.openxmlformats.org/drawingml/2006/main" noGrp="1"/>
          </p:cNvSpPr>
          <p:nvPr/>
        </p:nvSpPr>
        <p:spPr>
          <a:xfrm xmlns:a="http://schemas.openxmlformats.org/drawingml/2006/main">
            <a:off x="619125" y="1143000"/>
            <a:ext cx="138112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62E45"/>
                </a:solidFill>
                <a:latin typeface="Arial"/>
                <a:ea typeface="Arial"/>
                <a:cs typeface="Arial"/>
              </a:defRPr>
            </a:defPPr>
          </a:lstStyle>
          <a:p xmlns:a="http://schemas.openxmlformats.org/drawingml/2006/main">
            <a:pPr>
              <a:defRPr sz="2250" b="0">
                <a:solidFill>
                  <a:srgbClr val="162E45"/>
                </a:solidFill>
                <a:latin typeface="Arial"/>
                <a:ea typeface="Arial"/>
                <a:cs typeface="Arial"/>
              </a:defRPr>
            </a:pPr>
            <a:r>
              <a:rPr sz="2250" b="0">
                <a:solidFill>
                  <a:srgbClr val="162E45"/>
                </a:solidFill>
                <a:latin typeface="Arial"/>
                <a:ea typeface="Arial"/>
                <a:cs typeface="Arial"/>
              </a:rPr>
              <a:t>Đề xuất triển khai SổSạch ở Mức 1, duyệt 20% hóa đơn, mục tiêu giảm 50% giờ nhập ảnh. Chỉ lên Mức 2 khi qua cổng chất lượng, rà soát quyết định ngày 90.</a:t>
            </a:r>
          </a:p>
        </p:txBody>
      </p:sp>
      <p:sp>
        <p:nvSpPr>
          <p:cNvPr id="3" name="roadmap-heading">
            <a:extLst xmlns:a="http://schemas.openxmlformats.org/drawingml/2006/main">
              <a:ext uri="{FF2B5EF4-FFF2-40B4-BE49-F238E27FC236}">
                <a16:creationId xmlns:a16="http://schemas.microsoft.com/office/drawing/2014/main" id="{728D277D-2299-4CE0-AA68-A6638D69DA60}"/>
              </a:ext>
            </a:extLst>
          </p:cNvPr>
          <p:cNvSpPr>
            <a:spLocks xmlns:a="http://schemas.openxmlformats.org/drawingml/2006/main" noGrp="1"/>
          </p:cNvSpPr>
          <p:nvPr/>
        </p:nvSpPr>
        <p:spPr>
          <a:xfrm xmlns:a="http://schemas.openxmlformats.org/drawingml/2006/main">
            <a:off x="619125" y="2381250"/>
            <a:ext cx="695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162E45"/>
                </a:solidFill>
                <a:latin typeface="Arial"/>
                <a:ea typeface="Arial"/>
                <a:cs typeface="Arial"/>
              </a:defRPr>
            </a:defPPr>
          </a:lstStyle>
          <a:p xmlns:a="http://schemas.openxmlformats.org/drawingml/2006/main">
            <a:pPr>
              <a:defRPr sz="2250" b="1">
                <a:solidFill>
                  <a:srgbClr val="162E45"/>
                </a:solidFill>
                <a:latin typeface="Arial"/>
                <a:ea typeface="Arial"/>
                <a:cs typeface="Arial"/>
              </a:defRPr>
            </a:pPr>
            <a:r>
              <a:rPr sz="2250" b="1">
                <a:solidFill>
                  <a:srgbClr val="162E45"/>
                </a:solidFill>
                <a:latin typeface="Arial"/>
                <a:ea typeface="Arial"/>
                <a:cs typeface="Arial"/>
              </a:rPr>
              <a:t>3 việc chính trong 12 tháng</a:t>
            </a:r>
          </a:p>
        </p:txBody>
      </p:sp>
      <p:sp>
        <p:nvSpPr>
          <p:cNvPr id="4" name="roadmap">
            <a:extLst xmlns:a="http://schemas.openxmlformats.org/drawingml/2006/main">
              <a:ext uri="{FF2B5EF4-FFF2-40B4-BE49-F238E27FC236}">
                <a16:creationId xmlns:a16="http://schemas.microsoft.com/office/drawing/2014/main" id="{6D212E97-7926-40DC-9BB2-8815E2D77244}"/>
              </a:ext>
            </a:extLst>
          </p:cNvPr>
          <p:cNvSpPr>
            <a:spLocks xmlns:a="http://schemas.openxmlformats.org/drawingml/2006/main" noGrp="1"/>
          </p:cNvSpPr>
          <p:nvPr/>
        </p:nvSpPr>
        <p:spPr>
          <a:xfrm xmlns:a="http://schemas.openxmlformats.org/drawingml/2006/main">
            <a:off x="619125" y="2914650"/>
            <a:ext cx="6667500" cy="1685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62E45"/>
                </a:solidFill>
                <a:latin typeface="Arial"/>
                <a:ea typeface="Arial"/>
                <a:cs typeface="Arial"/>
              </a:defRPr>
            </a:defPPr>
          </a:lstStyle>
          <a:p xmlns:a="http://schemas.openxmlformats.org/drawingml/2006/main">
            <a:pPr>
              <a:defRPr sz="2100" b="0">
                <a:solidFill>
                  <a:srgbClr val="162E45"/>
                </a:solidFill>
                <a:latin typeface="Arial"/>
                <a:ea typeface="Arial"/>
                <a:cs typeface="Arial"/>
              </a:defRPr>
            </a:pPr>
            <a:r>
              <a:rPr sz="2100" b="0">
                <a:solidFill>
                  <a:srgbClr val="162E45"/>
                </a:solidFill>
                <a:latin typeface="Arial"/>
                <a:ea typeface="Arial"/>
                <a:cs typeface="Arial"/>
              </a:rPr>
              <a:t>0–3 tháng: đọc ảnh và gắn cờ. 3–6 tháng: đối chiếu mã số thuế, tích hợp dịch vụ sẵn có. 6–12 tháng: mở rộng có điều kiện, khám phá hạch toán khi đủ dữ liệu.</a:t>
            </a:r>
          </a:p>
        </p:txBody>
      </p:sp>
      <p:sp>
        <p:nvSpPr>
          <p:cNvPr id="5" name="resources-heading">
            <a:extLst xmlns:a="http://schemas.openxmlformats.org/drawingml/2006/main">
              <a:ext uri="{FF2B5EF4-FFF2-40B4-BE49-F238E27FC236}">
                <a16:creationId xmlns:a16="http://schemas.microsoft.com/office/drawing/2014/main" id="{42020F8D-A88B-4B2F-AEBE-2C59CEAA3FE1}"/>
              </a:ext>
            </a:extLst>
          </p:cNvPr>
          <p:cNvSpPr>
            <a:spLocks xmlns:a="http://schemas.openxmlformats.org/drawingml/2006/main" noGrp="1"/>
          </p:cNvSpPr>
          <p:nvPr/>
        </p:nvSpPr>
        <p:spPr>
          <a:xfrm xmlns:a="http://schemas.openxmlformats.org/drawingml/2006/main">
            <a:off x="8048625" y="2381250"/>
            <a:ext cx="6381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162E45"/>
                </a:solidFill>
                <a:latin typeface="Arial"/>
                <a:ea typeface="Arial"/>
                <a:cs typeface="Arial"/>
              </a:defRPr>
            </a:defPPr>
          </a:lstStyle>
          <a:p xmlns:a="http://schemas.openxmlformats.org/drawingml/2006/main">
            <a:pPr>
              <a:defRPr sz="2250" b="1">
                <a:solidFill>
                  <a:srgbClr val="162E45"/>
                </a:solidFill>
                <a:latin typeface="Arial"/>
                <a:ea typeface="Arial"/>
                <a:cs typeface="Arial"/>
              </a:defRPr>
            </a:pPr>
            <a:r>
              <a:rPr sz="2250" b="1">
                <a:solidFill>
                  <a:srgbClr val="162E45"/>
                </a:solidFill>
                <a:latin typeface="Arial"/>
                <a:ea typeface="Arial"/>
                <a:cs typeface="Arial"/>
              </a:rPr>
              <a:t>Cần gì</a:t>
            </a:r>
          </a:p>
        </p:txBody>
      </p:sp>
      <p:sp>
        <p:nvSpPr>
          <p:cNvPr id="6" name="resources">
            <a:extLst xmlns:a="http://schemas.openxmlformats.org/drawingml/2006/main">
              <a:ext uri="{FF2B5EF4-FFF2-40B4-BE49-F238E27FC236}">
                <a16:creationId xmlns:a16="http://schemas.microsoft.com/office/drawing/2014/main" id="{8C836D28-44B8-48B6-B1FD-B1E7A10DDC61}"/>
              </a:ext>
            </a:extLst>
          </p:cNvPr>
          <p:cNvSpPr>
            <a:spLocks xmlns:a="http://schemas.openxmlformats.org/drawingml/2006/main" noGrp="1"/>
          </p:cNvSpPr>
          <p:nvPr/>
        </p:nvSpPr>
        <p:spPr>
          <a:xfrm xmlns:a="http://schemas.openxmlformats.org/drawingml/2006/main">
            <a:off x="8048625" y="2914650"/>
            <a:ext cx="6477000" cy="1952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62E45"/>
                </a:solidFill>
                <a:latin typeface="Arial"/>
                <a:ea typeface="Arial"/>
                <a:cs typeface="Arial"/>
              </a:defRPr>
            </a:defPPr>
          </a:lstStyle>
          <a:p xmlns:a="http://schemas.openxmlformats.org/drawingml/2006/main">
            <a:pPr>
              <a:defRPr sz="1950" b="0">
                <a:solidFill>
                  <a:srgbClr val="162E45"/>
                </a:solidFill>
                <a:latin typeface="Arial"/>
                <a:ea typeface="Arial"/>
                <a:cs typeface="Arial"/>
              </a:defRPr>
            </a:pPr>
            <a:r>
              <a:rPr sz="1950" b="0">
                <a:solidFill>
                  <a:srgbClr val="162E45"/>
                </a:solidFill>
                <a:latin typeface="Arial"/>
                <a:ea typeface="Arial"/>
                <a:cs typeface="Arial"/>
              </a:rPr>
              <a:t>Cần bộ đề 40 hóa đơn, quyền dùng dữ liệu và kết nối phần mềm. Chị Hạnh tối đa 3 giờ/tuần, anh Tùng hỗ trợ chấm. Công ty bố trí 60 giờ duyệt/tháng cho 12.000 hóa đơn. Mức 1: 704 đồng/việc, biên gộp 68,79% theo giả định đề.</a:t>
            </a:r>
          </a:p>
        </p:txBody>
      </p:sp>
      <p:sp>
        <p:nvSpPr>
          <p:cNvPr id="7" name="risk-heading">
            <a:extLst xmlns:a="http://schemas.openxmlformats.org/drawingml/2006/main">
              <a:ext uri="{FF2B5EF4-FFF2-40B4-BE49-F238E27FC236}">
                <a16:creationId xmlns:a16="http://schemas.microsoft.com/office/drawing/2014/main" id="{5840B414-800A-4648-85F0-CD95F29D73DC}"/>
              </a:ext>
            </a:extLst>
          </p:cNvPr>
          <p:cNvSpPr>
            <a:spLocks xmlns:a="http://schemas.openxmlformats.org/drawingml/2006/main" noGrp="1"/>
          </p:cNvSpPr>
          <p:nvPr/>
        </p:nvSpPr>
        <p:spPr>
          <a:xfrm xmlns:a="http://schemas.openxmlformats.org/drawingml/2006/main">
            <a:off x="619125" y="5095875"/>
            <a:ext cx="69532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162E45"/>
                </a:solidFill>
                <a:latin typeface="Arial"/>
                <a:ea typeface="Arial"/>
                <a:cs typeface="Arial"/>
              </a:defRPr>
            </a:defPPr>
          </a:lstStyle>
          <a:p xmlns:a="http://schemas.openxmlformats.org/drawingml/2006/main">
            <a:pPr>
              <a:defRPr sz="2250" b="1">
                <a:solidFill>
                  <a:srgbClr val="162E45"/>
                </a:solidFill>
                <a:latin typeface="Arial"/>
                <a:ea typeface="Arial"/>
                <a:cs typeface="Arial"/>
              </a:defRPr>
            </a:pPr>
            <a:r>
              <a:rPr sz="2250" b="1">
                <a:solidFill>
                  <a:srgbClr val="162E45"/>
                </a:solidFill>
                <a:latin typeface="Arial"/>
                <a:ea typeface="Arial"/>
                <a:cs typeface="Arial"/>
              </a:rPr>
              <a:t>Rủi ro lớn nhất và cách xử lý</a:t>
            </a:r>
          </a:p>
        </p:txBody>
      </p:sp>
      <p:sp>
        <p:nvSpPr>
          <p:cNvPr id="8" name="risk">
            <a:extLst xmlns:a="http://schemas.openxmlformats.org/drawingml/2006/main">
              <a:ext uri="{FF2B5EF4-FFF2-40B4-BE49-F238E27FC236}">
                <a16:creationId xmlns:a16="http://schemas.microsoft.com/office/drawing/2014/main" id="{13F3A9DE-F045-417D-BDE7-EB6DD47D76F5}"/>
              </a:ext>
            </a:extLst>
          </p:cNvPr>
          <p:cNvSpPr>
            <a:spLocks xmlns:a="http://schemas.openxmlformats.org/drawingml/2006/main" noGrp="1"/>
          </p:cNvSpPr>
          <p:nvPr/>
        </p:nvSpPr>
        <p:spPr>
          <a:xfrm xmlns:a="http://schemas.openxmlformats.org/drawingml/2006/main">
            <a:off x="619125" y="5629275"/>
            <a:ext cx="6667500"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62E45"/>
                </a:solidFill>
                <a:latin typeface="Arial"/>
                <a:ea typeface="Arial"/>
                <a:cs typeface="Arial"/>
              </a:defRPr>
            </a:defPPr>
          </a:lstStyle>
          <a:p xmlns:a="http://schemas.openxmlformats.org/drawingml/2006/main">
            <a:pPr>
              <a:defRPr sz="1950" b="0">
                <a:solidFill>
                  <a:srgbClr val="162E45"/>
                </a:solidFill>
                <a:latin typeface="Arial"/>
                <a:ea typeface="Arial"/>
                <a:cs typeface="Arial"/>
              </a:defRPr>
            </a:pPr>
            <a:r>
              <a:rPr sz="1950" b="0">
                <a:solidFill>
                  <a:srgbClr val="162E45"/>
                </a:solidFill>
                <a:latin typeface="Arial"/>
                <a:ea typeface="Arial"/>
                <a:cs typeface="Arial"/>
              </a:rPr>
              <a:t>Sai mã số thuế hoặc tiền: ngừng tự nhập ngay. Duyệt mọi cờ và lấy mẫu. Nếu doanh thu dưới 3,71 triệu/văn phòng trong 2 tháng, với ít nhất 10 văn phòng, dừng mở rộng. Chưa đủ mẫu thì giữ thử nghiệm, lưu ý kịch bản hết tiền tháng 7.</a:t>
            </a:r>
          </a:p>
        </p:txBody>
      </p:sp>
      <p:sp>
        <p:nvSpPr>
          <p:cNvPr id="9" name="review-heading">
            <a:extLst xmlns:a="http://schemas.openxmlformats.org/drawingml/2006/main">
              <a:ext uri="{FF2B5EF4-FFF2-40B4-BE49-F238E27FC236}">
                <a16:creationId xmlns:a16="http://schemas.microsoft.com/office/drawing/2014/main" id="{8A529200-E5C8-4C69-B1DF-6699230C9E34}"/>
              </a:ext>
            </a:extLst>
          </p:cNvPr>
          <p:cNvSpPr>
            <a:spLocks xmlns:a="http://schemas.openxmlformats.org/drawingml/2006/main" noGrp="1"/>
          </p:cNvSpPr>
          <p:nvPr/>
        </p:nvSpPr>
        <p:spPr>
          <a:xfrm xmlns:a="http://schemas.openxmlformats.org/drawingml/2006/main">
            <a:off x="8048625" y="5095875"/>
            <a:ext cx="6381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1">
                <a:solidFill>
                  <a:srgbClr val="162E45"/>
                </a:solidFill>
                <a:latin typeface="Arial"/>
                <a:ea typeface="Arial"/>
                <a:cs typeface="Arial"/>
              </a:defRPr>
            </a:defPPr>
          </a:lstStyle>
          <a:p xmlns:a="http://schemas.openxmlformats.org/drawingml/2006/main">
            <a:pPr>
              <a:defRPr sz="2250" b="1">
                <a:solidFill>
                  <a:srgbClr val="162E45"/>
                </a:solidFill>
                <a:latin typeface="Arial"/>
                <a:ea typeface="Arial"/>
                <a:cs typeface="Arial"/>
              </a:defRPr>
            </a:pPr>
            <a:r>
              <a:rPr sz="2250" b="1">
                <a:solidFill>
                  <a:srgbClr val="162E45"/>
                </a:solidFill>
                <a:latin typeface="Arial"/>
                <a:ea typeface="Arial"/>
                <a:cs typeface="Arial"/>
              </a:rPr>
              <a:t>Khi nào xem lại</a:t>
            </a:r>
          </a:p>
        </p:txBody>
      </p:sp>
      <p:sp>
        <p:nvSpPr>
          <p:cNvPr id="10" name="review">
            <a:extLst xmlns:a="http://schemas.openxmlformats.org/drawingml/2006/main">
              <a:ext uri="{FF2B5EF4-FFF2-40B4-BE49-F238E27FC236}">
                <a16:creationId xmlns:a16="http://schemas.microsoft.com/office/drawing/2014/main" id="{02CE159F-DD4D-46CB-B7B5-24207A6C6368}"/>
              </a:ext>
            </a:extLst>
          </p:cNvPr>
          <p:cNvSpPr>
            <a:spLocks xmlns:a="http://schemas.openxmlformats.org/drawingml/2006/main" noGrp="1"/>
          </p:cNvSpPr>
          <p:nvPr/>
        </p:nvSpPr>
        <p:spPr>
          <a:xfrm xmlns:a="http://schemas.openxmlformats.org/drawingml/2006/main">
            <a:off x="8048625" y="5629275"/>
            <a:ext cx="6477000" cy="2000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62E45"/>
                </a:solidFill>
                <a:latin typeface="Arial"/>
                <a:ea typeface="Arial"/>
                <a:cs typeface="Arial"/>
              </a:defRPr>
            </a:defPPr>
          </a:lstStyle>
          <a:p xmlns:a="http://schemas.openxmlformats.org/drawingml/2006/main">
            <a:pPr>
              <a:defRPr sz="1950" b="0">
                <a:solidFill>
                  <a:srgbClr val="162E45"/>
                </a:solidFill>
                <a:latin typeface="Arial"/>
                <a:ea typeface="Arial"/>
                <a:cs typeface="Arial"/>
              </a:defRPr>
            </a:pPr>
            <a:r>
              <a:rPr sz="1950" b="0">
                <a:solidFill>
                  <a:srgbClr val="162E45"/>
                </a:solidFill>
                <a:latin typeface="Arial"/>
                <a:ea typeface="Arial"/>
                <a:cs typeface="Arial"/>
              </a:rPr>
              <a:t>Ngày 30/60/90 từ lúc bắt đầu: xem lỗi, cờ thừa, giờ nhập và chi phí. Mức 2 cần 0 lỗi nghiêm trọng/300 hóa đơn kiểm tra, đạt từ 95%, không tầng tụt. Mô hình, giá hoặc quy định đổi: rà soát ngay. Các ngưỡng mới là đề xuất cần kiểm chứng.</a:t>
            </a:r>
          </a:p>
        </p:txBody>
      </p:sp>
      <p:sp>
        <p:nvSpPr>
          <p:cNvPr id="11" name="identity">
            <a:extLst xmlns:a="http://schemas.openxmlformats.org/drawingml/2006/main">
              <a:ext uri="{FF2B5EF4-FFF2-40B4-BE49-F238E27FC236}">
                <a16:creationId xmlns:a16="http://schemas.microsoft.com/office/drawing/2014/main" id="{C11900D9-573F-4174-9FC6-C49B8DE3008D}"/>
              </a:ext>
            </a:extLst>
          </p:cNvPr>
          <p:cNvSpPr>
            <a:spLocks xmlns:a="http://schemas.openxmlformats.org/drawingml/2006/main" noGrp="1"/>
          </p:cNvSpPr>
          <p:nvPr/>
        </p:nvSpPr>
        <p:spPr>
          <a:xfrm xmlns:a="http://schemas.openxmlformats.org/drawingml/2006/main">
            <a:off x="619125" y="8020050"/>
            <a:ext cx="14001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425" b="0">
                <a:solidFill>
                  <a:srgbClr val="566371"/>
                </a:solidFill>
                <a:latin typeface="Arial"/>
                <a:ea typeface="Arial"/>
                <a:cs typeface="Arial"/>
              </a:defRPr>
            </a:defPPr>
          </a:lstStyle>
          <a:p xmlns:a="http://schemas.openxmlformats.org/drawingml/2006/main">
            <a:pPr>
              <a:defRPr sz="1425" b="0">
                <a:solidFill>
                  <a:srgbClr val="566371"/>
                </a:solidFill>
                <a:latin typeface="Arial"/>
                <a:ea typeface="Arial"/>
                <a:cs typeface="Arial"/>
              </a:defRPr>
            </a:pPr>
            <a:r>
              <a:rPr sz="1425" b="0">
                <a:solidFill>
                  <a:srgbClr val="566371"/>
                </a:solidFill>
                <a:latin typeface="Arial"/>
                <a:ea typeface="Arial"/>
                <a:cs typeface="Arial"/>
              </a:rPr>
              <a:t>Neiv · Dương Thị Hồng Viên · 2A202602385 · VinUni AI Thực Chiến – Cohort IV · Lab Day 13</a:t>
            </a:r>
          </a:p>
        </p:txBody>
      </p:sp>
    </p:spTree>
    <p:extLst>
      <p:ext uri="{BB962C8B-B14F-4D97-AF65-F5344CB8AC3E}">
        <p14:creationId xmlns:p14="http://schemas.microsoft.com/office/powerpoint/2010/main" val="97192834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2026-10-16T15:25:19.1050000Z</dcterms:created>
  <dcterms:modified xsi:type="dcterms:W3CDTF">2026-10-16T15:25:19.1050000Z</dcterms:modified>
</coreProperties>
</file>